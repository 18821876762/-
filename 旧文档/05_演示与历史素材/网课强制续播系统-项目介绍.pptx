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572000" cy="4572000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5029200"/>
            <a:ext cx="2743200" cy="2743200"/>
          </a:xfrm>
          <a:prstGeom prst="ellipse">
            <a:avLst/>
          </a:prstGeom>
          <a:solidFill>
            <a:srgbClr val="2A2A5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浏览器用户脚本 + 本地感知层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强制续播 · 防暂停 · 自动答题 · 主控面板 · 跨平台站点适配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5029200"/>
            <a:ext cx="3657600" cy="0"/>
          </a:xfrm>
          <a:prstGeom prst="line">
            <a:avLst/>
          </a:prstGeom>
          <a:noFill/>
          <a:ln w="19050">
            <a:solidFill>
              <a:srgbClr val="3D5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212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架构层级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</a:t>
            </a:r>
            <a:pPr indent="0" marL="0">
              <a:buNone/>
            </a:pPr>
            <a:r>
              <a:rPr lang="en-US" sz="10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能力域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域 / 56 模块</a:t>
            </a:r>
            <a:pPr indent="0" marL="0">
              <a:buNone/>
            </a:pPr>
            <a:r>
              <a:rPr lang="en-US" sz="10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支持平台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5852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仅供技术学习与个人自动化研究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项目定位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108173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  <a:effectLst>
            <a:outerShdw sx="100000" sy="100000" kx="0" ky="0" algn="bl" rotWithShape="0" blurRad="38100" dist="0" dir="16200000">
              <a:srgbClr val="0000002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783080"/>
            <a:ext cx="54864" cy="1005840"/>
          </a:xfrm>
          <a:prstGeom prst="roundRect">
            <a:avLst>
              <a:gd name="adj" fmla="val 50000"/>
            </a:avLst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74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一个注入到网课页面主世界的浏览器用户脚本（Tampermonkey / Violentmonkey），配合本地 Python 爬虫，在多平台上实现强制续播、防暂停、自动答题与主控面板。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34838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3483864" cy="457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build-force-play.ps1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 56 个源模块为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 .user.js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3063240"/>
            <a:ext cx="34838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2544" y="3063240"/>
            <a:ext cx="3483864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32004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35424" y="35661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个仿真回归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纯函数单测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构建门禁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19288" y="3063240"/>
            <a:ext cx="34838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9288" y="3063240"/>
            <a:ext cx="3483864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202168" y="32004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02168" y="35661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自动构建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Releases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commit SHA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709160"/>
            <a:ext cx="10817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零运行时依赖：单文件 IIFE，不依赖任何外部 npm 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5001768"/>
            <a:ext cx="10817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站点隔离：detectSite() 统一识别，新增平台不动核心引擎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294376"/>
            <a:ext cx="10817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可卸载：uninstall() 完整还原页面到注入前状态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架构总览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 · 各司其职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908792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828800"/>
            <a:ext cx="7891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09087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240280"/>
            <a:ext cx="54864" cy="114300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4028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240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2240280"/>
            <a:ext cx="7616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唯一交付物 chaoxing-force-play.user.js（单文件、零运行时依赖）。由 src/ 按 4 个能力域 56 个源模块构建拼接；含跨进程桥（127.0.0.1:7531）与 postMessage 协议。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908792" cy="1143000"/>
          </a:xfrm>
          <a:prstGeom prst="rect">
            <a:avLst/>
          </a:prstGeom>
          <a:solidFill>
            <a:srgbClr val="F0F4F8"/>
          </a:solidFill>
          <a:ln w="6350">
            <a:solidFill>
              <a:srgbClr val="D5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8328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65960" y="3383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3383280"/>
            <a:ext cx="7616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cx_crawler 爬虫：本地 HTTP 桥提供权威章节清单 / 媒体采集 / DeepSeek 应答端（自动答题 AI）。可选组件，不装也能跑基础续播。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087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2628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52628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65960" y="4526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4526280"/>
            <a:ext cx="7616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规则文档（改码前必读：架构红线 / 契约 / 选择器校准）与历史文档（设计稿 / 评审快照 / 变更史）分离管理。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核心能力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172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  <a:effectLst>
            <a:outerShdw sx="100000" sy="100000" kx="0" ky="0" algn="bl" rotWithShape="0" blurRad="38100" dist="0" dir="16200000">
              <a:srgbClr val="0000002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8308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165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657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984248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强制续播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48600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接管视频播放事件与属性，中和平台反挂机检测：静音劫持还原、暂停按钮禁用解除、1x 速率限制绕过、水印隐藏。播放结束后自动跳下一节。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1636" y="1783080"/>
            <a:ext cx="53172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  <a:effectLst>
            <a:outerShdw sx="100000" sy="100000" kx="0" ky="0" algn="bl" rotWithShape="0" blurRad="38100" dist="0" dir="16200000">
              <a:srgbClr val="0000002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78308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0236" y="20116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54596" y="1984248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智能答题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0236" y="2560320"/>
            <a:ext cx="48600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对作业 / 章节 / 考试题做真答题：抓题干+选项，经可插拔答案源（random / bank / ai / deepseek-web）求答案回填。弹窗题则随机作答+删弹窗消除干扰。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53172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  <a:effectLst>
            <a:outerShdw sx="100000" sy="100000" kx="0" ky="0" algn="bl" rotWithShape="0" blurRad="38100" dist="0" dir="16200000">
              <a:srgbClr val="0000002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9476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3995928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572000"/>
            <a:ext cx="48600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平台对题干做同形字 / 字体映射 / Canvas 混淆时，DOM textContent 不可信。截图后经 OCR 或多模态 AI 还原真实文本再作答。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1636" y="3794760"/>
            <a:ext cx="53172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  <a:effectLst>
            <a:outerShdw sx="100000" sy="100000" kx="0" ky="0" algn="bl" rotWithShape="0" blurRad="38100" dist="0" dir="16200000">
              <a:srgbClr val="0000002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1636" y="379476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0236" y="40233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46023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54596" y="3995928"/>
            <a:ext cx="4311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外部联动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0236" y="4572000"/>
            <a:ext cx="48600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Python 爬虫接收浏览器侧采集数据，提供权威章节清单；可将题库回灌给答题引擎，实现精确跳到下一未完成章节等增强能力。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平台覆盖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支持平台 · 9+ 站点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92808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超星学习通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2199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含学银在线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chaoxing-exam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37304" y="1783080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7304" y="1783080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0184" y="1892808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智慧树 / 知到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0184" y="222199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含作业/考试答题页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0184" y="2441448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zhihuishu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34528" y="1783080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4528" y="1783080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21" name="Text 19"/>
          <p:cNvSpPr/>
          <p:nvPr/>
        </p:nvSpPr>
        <p:spPr>
          <a:xfrm>
            <a:off x="8217408" y="1892808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中国大学 MOOC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17408" y="222199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爱课程 / icourse163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17408" y="2441448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icourse163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2907792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907792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017520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学堂在线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346704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xuetangx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566160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xuetangx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37304" y="2907792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37304" y="2907792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31" name="Text 29"/>
          <p:cNvSpPr/>
          <p:nvPr/>
        </p:nvSpPr>
        <p:spPr>
          <a:xfrm>
            <a:off x="4520184" y="3017520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智慧职教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20184" y="3346704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0184" y="3566160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34528" y="2907792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34528" y="2907792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36" name="Text 34"/>
          <p:cNvSpPr/>
          <p:nvPr/>
        </p:nvSpPr>
        <p:spPr>
          <a:xfrm>
            <a:off x="8217408" y="3017520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实验空间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17408" y="3346704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ilabx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17408" y="3566160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ilabx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" y="4032504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032504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14223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人卫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" y="4471416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renwei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" y="469087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renwei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37304" y="4032504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37304" y="4032504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46" name="Text 44"/>
          <p:cNvSpPr/>
          <p:nvPr/>
        </p:nvSpPr>
        <p:spPr>
          <a:xfrm>
            <a:off x="4520184" y="414223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随行课堂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20184" y="4471416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Unipus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20184" y="469087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unipus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34528" y="4032504"/>
            <a:ext cx="351434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34528" y="4032504"/>
            <a:ext cx="54864" cy="9601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51" name="Text 49"/>
          <p:cNvSpPr/>
          <p:nvPr/>
        </p:nvSpPr>
        <p:spPr>
          <a:xfrm>
            <a:off x="8217408" y="414223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校园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217408" y="4471416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ucampus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217408" y="4690872"/>
            <a:ext cx="3194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ucampus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50749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新增平台 = 新增 sites/*.js + 在 SITES 配置表登记，不动核心引擎逻辑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代码结构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四大能力域 · 56 个源模块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603754" cy="292608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2603754" cy="54864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47672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takeover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221992"/>
            <a:ext cx="2329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478024"/>
            <a:ext cx="2329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模块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770632"/>
            <a:ext cx="2329434" cy="0"/>
          </a:xfrm>
          <a:prstGeom prst="line">
            <a:avLst/>
          </a:prstGeom>
          <a:noFill/>
          <a:ln w="6350">
            <a:solidFill>
              <a:srgbClr val="D5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34640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站点无关的核心引擎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foundation/ 基础能力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3401568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engine/ 引擎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7240" y="3648456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dom/ DOM 接管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bootstrap/ 主循环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meta.js 入口引导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08426" y="1783080"/>
            <a:ext cx="2603754" cy="292608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8426" y="1783080"/>
            <a:ext cx="2603754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545586" y="1947672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45586" y="2221992"/>
            <a:ext cx="2329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45586" y="2478024"/>
            <a:ext cx="2329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模块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5586" y="2770632"/>
            <a:ext cx="2329434" cy="0"/>
          </a:xfrm>
          <a:prstGeom prst="line">
            <a:avLst/>
          </a:prstGeom>
          <a:noFill/>
          <a:ln w="6350">
            <a:solidFill>
              <a:srgbClr val="D5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5586" y="2834640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各平台专属逻辑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45586" y="315468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chaoxing-exam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45586" y="3401568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zhihuishu / zhihuishu-exam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45586" y="3648456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icourse163 / xuetangx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45586" y="3895344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icve / ilabx / renwei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45586" y="4142232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unipus / ucampus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45586" y="438912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popup-quiz / quiz-selectors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6772" y="1783080"/>
            <a:ext cx="2603754" cy="292608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6772" y="1783080"/>
            <a:ext cx="260375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313932" y="1947672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13932" y="2221992"/>
            <a:ext cx="2329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13932" y="2478024"/>
            <a:ext cx="2329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模块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13932" y="2770632"/>
            <a:ext cx="2329434" cy="0"/>
          </a:xfrm>
          <a:prstGeom prst="line">
            <a:avLst/>
          </a:prstGeom>
          <a:noFill/>
          <a:ln w="6350">
            <a:solidFill>
              <a:srgbClr val="D5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3932" y="2834640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工具库 / 扩展项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3932" y="315468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registry.js 注册中心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13932" y="3401568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auto-next 自动下一节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13932" y="3648456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keyboard-shortcuts 快捷键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13932" y="3895344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tamper-guard 防篡改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13932" y="4142232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quiet-popups 静默弹窗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13932" y="438912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video-ended-notify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945118" y="1783080"/>
            <a:ext cx="2603754" cy="2926080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45118" y="1783080"/>
            <a:ext cx="260375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9082278" y="1947672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082278" y="2221992"/>
            <a:ext cx="2329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呈现域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082278" y="2478024"/>
            <a:ext cx="2329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模块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82278" y="2770632"/>
            <a:ext cx="2329434" cy="0"/>
          </a:xfrm>
          <a:prstGeom prst="line">
            <a:avLst/>
          </a:prstGeom>
          <a:noFill/>
          <a:ln w="6350">
            <a:solidFill>
              <a:srgbClr val="D5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82278" y="2834640"/>
            <a:ext cx="23294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 / 诊断 / 洞察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082278" y="315468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panel.js 主控面板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082278" y="3401568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panel-core / panel-drag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82278" y="3648456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panel-template 场景自适应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082278" y="3895344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dashboard 仪表盘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082278" y="4142232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diagnostics 诊断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082278" y="4389120"/>
            <a:ext cx="2329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toast / styles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系统架构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分层架构与数据流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0817352" cy="3291840"/>
          </a:xfrm>
          <a:prstGeom prst="roundRect">
            <a:avLst>
              <a:gd name="adj" fmla="val 2222"/>
            </a:avLst>
          </a:prstGeom>
          <a:solidFill>
            <a:srgbClr val="F0F4F8"/>
          </a:solidFill>
          <a:ln w="12700">
            <a:solidFill>
              <a:srgbClr val="D5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2024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宿主页面（多平台 / 多 iframe / 跨域嵌入）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5949544" cy="228600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12700">
            <a:solidFill>
              <a:srgbClr val="1657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59152"/>
            <a:ext cx="567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takeover/  接管层（IIFE 包装）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670048"/>
            <a:ext cx="5675224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6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0048"/>
            <a:ext cx="5492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foundation/  state · storage · config · site-router · utils · error-guard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05840" y="3172968"/>
            <a:ext cx="5675224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65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172968"/>
            <a:ext cx="5492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  bridge · quiz · quiz-vision · playback · policy · foreground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5840" y="3675888"/>
            <a:ext cx="5675224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6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5492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dom/  selectorOverrides · overrideVideo · observers · lifecycle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5840" y="4178808"/>
            <a:ext cx="5675224" cy="411480"/>
          </a:xfrm>
          <a:prstGeom prst="roundRect">
            <a:avLst>
              <a:gd name="adj" fmla="val 8889"/>
            </a:avLst>
          </a:prstGeom>
          <a:solidFill>
            <a:srgbClr val="0B3D91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78808"/>
            <a:ext cx="5492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bootstrap/main-loop.js  主循环·状态机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01104" y="2286000"/>
            <a:ext cx="4319168" cy="6858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0832" y="2331720"/>
            <a:ext cx="4099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0832" y="2542032"/>
            <a:ext cx="4099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个站点适配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chaoxing · zhihuishu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icourse163 · xuetangx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001104" y="3063240"/>
            <a:ext cx="4319168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0832" y="3108960"/>
            <a:ext cx="4099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10832" y="3319272"/>
            <a:ext cx="4099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+ 6 个 addons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auto-next · tamper-guard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keyboard-shortcuts ...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001104" y="3840480"/>
            <a:ext cx="4319168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0832" y="3886200"/>
            <a:ext cx="4099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0832" y="4096512"/>
            <a:ext cx="4099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个面板/诊断模块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 · dashboard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 · toast 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" y="5303520"/>
            <a:ext cx="3483864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77240" y="5340096"/>
            <a:ext cx="3300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perception/cx_crawler/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5559552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爬虫 · 本地 HTTP 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52544" y="5303520"/>
            <a:ext cx="3483864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57D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443984" y="5340096"/>
            <a:ext cx="3300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chat.deepseek.com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43984" y="5559552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网页版应答端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19288" y="5303520"/>
            <a:ext cx="3483864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8110728" y="5340096"/>
            <a:ext cx="3300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 CDN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10728" y="5559552"/>
            <a:ext cx="3300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html2canvas · tesseract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" y="598932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98932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build-force-play.ps1  模块拼接 → chaoxing-force-play.user.js  →  _sim/ 沙箱仿真回归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核心数据流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续播防护流 · 超星 / 学银 / MOOC 主场景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51560" y="1920240"/>
            <a:ext cx="2011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65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920240"/>
            <a:ext cx="54864" cy="54864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扫描到 video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_pqQueryAll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81528" y="2121408"/>
            <a:ext cx="201168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82696" y="1920240"/>
            <a:ext cx="2011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65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1920240"/>
            <a:ext cx="54864" cy="54864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6" name="Text 14"/>
          <p:cNvSpPr/>
          <p:nvPr/>
        </p:nvSpPr>
        <p:spPr>
          <a:xfrm>
            <a:off x="3419856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overrideVideo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接管事件/属性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12664" y="2121408"/>
            <a:ext cx="201168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19" name="Shape 17"/>
          <p:cNvSpPr/>
          <p:nvPr/>
        </p:nvSpPr>
        <p:spPr>
          <a:xfrm>
            <a:off x="5513832" y="1920240"/>
            <a:ext cx="23774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13832" y="1920240"/>
            <a:ext cx="54864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19659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站内中立化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50992" y="2176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静音·取消暂停·强制play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1x速率·隐藏水印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09560" y="2121408"/>
            <a:ext cx="201168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10728" y="1920240"/>
            <a:ext cx="1645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1920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1965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检测 ended?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47888" y="21762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播放结束判定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06440" y="278892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816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弹窗干扰?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0358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popupQuizTick 随机作答 + 删弹窗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46120" y="278892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816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自动下一节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30358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站点 nextUrl / auto-next 插件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51560" y="2788920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2816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持续保活轮询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30358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main-loop tick ~2s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4360" y="39319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overrideVideo: 事件 + 属性劫持，接管 play/pause/rate，mediaSession 接管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42519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中和策略 (policy.js): 静音劫持还原、暂停禁用解除、速率限制绕过、水印隐藏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45720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增量 diff 优化: _quizDirtyGen 由 MutationObserver 递增，稳态零重算 textContent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5029200"/>
            <a:ext cx="11000232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02920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温和/礼貌模式: INTRUSION_MODE (auto/gentle/aggressive) + POLITE_MODE 伪装 toString() 规避平台反篡改扫描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核心数据流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真答题流 · 含视觉对抗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65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83080"/>
            <a:ext cx="54864" cy="438912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81051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quizTick(sel)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20116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站点无关真答题引擎入口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54096" y="2240280"/>
            <a:ext cx="109728" cy="54864"/>
          </a:xfrm>
          <a:prstGeom prst="downArrow">
            <a:avLst/>
          </a:prstGeom>
          <a:solidFill>
            <a:srgbClr val="9A9A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33172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65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31720"/>
            <a:ext cx="54864" cy="438912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23591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抓题干/选项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25603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并集 · best-effort 全量查询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54096" y="2788920"/>
            <a:ext cx="109728" cy="54864"/>
          </a:xfrm>
          <a:prstGeom prst="downArrow">
            <a:avLst/>
          </a:prstGeom>
          <a:solidFill>
            <a:srgbClr val="9A9A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88036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88036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29077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指纹去重 _quizHandled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" y="310896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指纹生成/查询/淘汰 · 站点无关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54096" y="3337560"/>
            <a:ext cx="109728" cy="54864"/>
          </a:xfrm>
          <a:prstGeom prst="downArrow">
            <a:avLst/>
          </a:prstGeom>
          <a:solidFill>
            <a:srgbClr val="9A9AB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42900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42900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4564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题目文本被混淆?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" y="36576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同形字 / 字体映射 / Canvas 混淆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54096" y="3886200"/>
            <a:ext cx="109728" cy="54864"/>
          </a:xfrm>
          <a:prstGeom prst="downArrow">
            <a:avLst/>
          </a:prstGeom>
          <a:solidFill>
            <a:srgbClr val="9A9AB0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11480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114800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41422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答案源求答案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43434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random(兜底) / bank(题库) / ai(端点) / deepseek-web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54096" y="4572000"/>
            <a:ext cx="109728" cy="54864"/>
          </a:xfrm>
          <a:prstGeom prst="downArrow">
            <a:avLst/>
          </a:prstGeom>
          <a:solidFill>
            <a:srgbClr val="9A9AB0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470916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709160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" y="47365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回填选项 → 二次确认提交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6112" y="493776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AI 模式失败则停下报错，不随机兜底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06440" y="1783080"/>
            <a:ext cx="5696712" cy="3429000"/>
          </a:xfrm>
          <a:prstGeom prst="roundRect">
            <a:avLst>
              <a:gd name="adj" fmla="val 16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943600" y="1847088"/>
            <a:ext cx="5422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视觉对抗层 quiz-vision.js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95544" y="3566160"/>
            <a:ext cx="274320" cy="146304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2240280"/>
            <a:ext cx="54223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258568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html2canvas 截图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35040" y="2441448"/>
            <a:ext cx="5239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多镜像 CDN 容错加载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943600" y="2788920"/>
            <a:ext cx="54223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2807208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tesseract OCR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35040" y="2990088"/>
            <a:ext cx="5239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OCR 还原文本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943600" y="3337560"/>
            <a:ext cx="54223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3355848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多模态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35040" y="3538728"/>
            <a:ext cx="5239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返回 text + answer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943600" y="3886200"/>
            <a:ext cx="54223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3904488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deepseek-web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35040" y="4087368"/>
            <a:ext cx="5239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跨页问 DeepSeek 截图+提示词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779008" y="4224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还原文本 → 答案源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" y="5349240"/>
            <a:ext cx="11000232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34924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隐私优先: 外部 CDN 脚本须 QUIZ_VISION_PRIVACY_OK 显式授权才加载；未授权静默拦截并 toast 提示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设计决策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关键设计模式与决策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2624328" cy="457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IIFE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个源文件开发期分文件，@provides/@requires 声明依赖，构建时拼接为单个 .user.js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1568" y="178308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783080"/>
            <a:ext cx="2624328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2860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38728" y="260604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所有站点逻辑经 currentSiteCfg() 取能力集，禁止散落 host 判断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78308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783080"/>
            <a:ext cx="262432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0216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0216" y="22860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答案源可插拔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260604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random(兜底)/bank(题库)/ai(端点)/deepseek-web(跨页视觉)，严格模式失败即停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24544" y="178308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4544" y="1783080"/>
            <a:ext cx="262432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9061704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61704" y="228600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61704" y="260604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题干被混淆时 DOM textContent 不可信，一律以截图为准经 OCR 或 AI 还原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114800"/>
            <a:ext cx="2624328" cy="45720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51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461772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隐私优先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93776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CDN 脚本须 QUIZ_VISION_PRIVACY_OK 显式授权才加载，未授权静默拦截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01568" y="411480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01568" y="4114800"/>
            <a:ext cx="2624328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3538728" y="4251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538728" y="461772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iframe 鲁棒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38728" y="493776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面板挂顶层帧，跨域 safeGet 回退，owner 抢占 + 缓存节点脱连自愈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411480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4114800"/>
            <a:ext cx="262432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216" y="4251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300216" y="461772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内存护栏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0216" y="493776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指纹/队列带上限淘汰与 TTL，防超长会话无限增长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924544" y="4114800"/>
            <a:ext cx="262432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24544" y="4114800"/>
            <a:ext cx="262432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9061704" y="4251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061704" y="461772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diff 优化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61704" y="4937760"/>
            <a:ext cx="2350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_quizDirtyGen 由 MO 递增，指纹跨 tick 缓存(WeakMap)，稳态零重算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工程质量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跨模块契约体系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63270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行为不变量（人读 + 构建门禁静态校验）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632709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031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1657D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396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139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面板单一事实源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322576"/>
            <a:ext cx="55955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 DOM 只有一份（挂 window.top），写面板 DOM 须 _cxPanelOwnerClaim() 验证所有权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633472"/>
            <a:ext cx="632709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33472"/>
            <a:ext cx="54864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700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670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列表渲染索引契约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852928"/>
            <a:ext cx="55955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行序 ↔ _lastVideoList 下标严格一致，失败项也输出占位行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3163824"/>
            <a:ext cx="632709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63824"/>
            <a:ext cx="54864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00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卸载还原清单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383280"/>
            <a:ext cx="55955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uninstall() 承诺页面回到注入前状态：定时器/全局API/实例级/原型/监听/DOM 全部还原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3694176"/>
            <a:ext cx="632709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694176"/>
            <a:ext cx="54864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730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730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状态改写对偶还原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3913632"/>
            <a:ext cx="55955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任何批量状态改写(muteAll/pauseAll)必须有被真实调用的还原路径，且幂等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224528"/>
            <a:ext cx="632709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22452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1657D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261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42611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站点隔离真值判断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34440" y="4443984"/>
            <a:ext cx="55955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站点能力一律经 detectSite() 判定，禁止直接读 location.host 做分支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95779" y="1737360"/>
            <a:ext cx="43530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构建门禁 · 全自动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95779" y="2103120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5507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81579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verify_contracts.js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81579" y="2304288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 ↔ 读点一致性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95779" y="2542032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05507" y="25694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81579" y="2569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verify_contract_doc.js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81579" y="2743200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挂载总表不漂移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195779" y="2980944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05507" y="3008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81579" y="3008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verify_contract_semantics.js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81579" y="3182112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条款是否真被实现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195779" y="3419856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05507" y="34472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81579" y="3447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verify_cross_module.js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81579" y="3621024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跨模块裸全局校验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195779" y="3858768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5507" y="3886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81579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--check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81579" y="4059936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语法校验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195779" y="4297680"/>
            <a:ext cx="4353093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5507" y="43251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门禁 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81579" y="4325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881579" y="4498848"/>
            <a:ext cx="357585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静态分析 (no-undef 等)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0080" y="5029200"/>
            <a:ext cx="265861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074920"/>
            <a:ext cx="2658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210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5413248"/>
            <a:ext cx="26586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挂载符号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390138" y="5029200"/>
            <a:ext cx="265861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90138" y="5074920"/>
            <a:ext cx="2658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56+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3390138" y="5413248"/>
            <a:ext cx="26586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仿真回归用例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40196" y="5029200"/>
            <a:ext cx="265861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40196" y="5074920"/>
            <a:ext cx="2658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140196" y="5413248"/>
            <a:ext cx="26586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行为契约章节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890254" y="5029200"/>
            <a:ext cx="265861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90254" y="5074920"/>
            <a:ext cx="2658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8890254" y="5413248"/>
            <a:ext cx="26586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构建门禁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工程化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21792"/>
            <a:ext cx="11000232" cy="0"/>
          </a:xfrm>
          <a:prstGeom prst="line">
            <a:avLst/>
          </a:prstGeom>
          <a:noFill/>
          <a:ln w="9525">
            <a:solidFill>
              <a:srgbClr val="D5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构建流水线与质量保障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57200" cy="36576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chaoxing-force-play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6992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构建流水线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1086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30552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src/*.js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3232" y="233172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源模块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57830" y="2267712"/>
            <a:ext cx="73152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40126" y="2103120"/>
            <a:ext cx="21086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5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3278" y="2130552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5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build-manifest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13278" y="233172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域顺序清单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57877" y="2267712"/>
            <a:ext cx="73152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0173" y="2103120"/>
            <a:ext cx="21086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3325" y="2130552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build-force-play.ps1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13325" y="233172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拼接+多镜像+校验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57923" y="2267712"/>
            <a:ext cx="73152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40219" y="2103120"/>
            <a:ext cx="21086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3371" y="2130552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chaoxing-force-play.user.js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13371" y="233172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单文件产物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357970" y="2267712"/>
            <a:ext cx="73152" cy="146304"/>
          </a:xfrm>
          <a:prstGeom prst="rightArrow">
            <a:avLst/>
          </a:prstGeom>
          <a:solidFill>
            <a:srgbClr val="9A9AB0"/>
          </a:solidFill>
          <a:ln/>
        </p:spPr>
      </p:sp>
      <p:sp>
        <p:nvSpPr>
          <p:cNvPr id="26" name="Shape 24"/>
          <p:cNvSpPr/>
          <p:nvPr/>
        </p:nvSpPr>
        <p:spPr>
          <a:xfrm>
            <a:off x="9440266" y="2103120"/>
            <a:ext cx="21086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13418" y="2130552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_sim/ 回归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513418" y="233172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仿真用例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" y="28803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质量保障矩阵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20040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200400"/>
            <a:ext cx="54864" cy="713232"/>
          </a:xfrm>
          <a:prstGeom prst="rect">
            <a:avLst/>
          </a:prstGeom>
          <a:solidFill>
            <a:srgbClr val="1657D6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325526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5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345643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--check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" y="365760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src 模块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94710" y="320040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4710" y="3200400"/>
            <a:ext cx="54864" cy="7132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7" name="Text 35"/>
          <p:cNvSpPr/>
          <p:nvPr/>
        </p:nvSpPr>
        <p:spPr>
          <a:xfrm>
            <a:off x="3559302" y="325526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静态分析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59302" y="345643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59302" y="365760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完整构建产物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49340" y="320040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9340" y="3200400"/>
            <a:ext cx="54864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313932" y="325526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模块体积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13932" y="345643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check-module-size.ps1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13932" y="365760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 300 / 硬 350 行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903970" y="320040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03970" y="3200400"/>
            <a:ext cx="54864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9068562" y="325526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产物体积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68562" y="345643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check-build-size.js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068562" y="365760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 200KB / 硬 300KB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40080" y="402336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4023360"/>
            <a:ext cx="54864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" y="407822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纯函数单测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" y="427939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pure.test.js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4672" y="448056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 沙箱 · 零依赖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394710" y="402336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94710" y="4023360"/>
            <a:ext cx="54864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3559302" y="407822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仿真回归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559302" y="427939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sim-*.js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59302" y="448056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用例 · jsdom 沙箱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49340" y="402336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9340" y="4023360"/>
            <a:ext cx="54864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2" name="Text 60"/>
          <p:cNvSpPr/>
          <p:nvPr/>
        </p:nvSpPr>
        <p:spPr>
          <a:xfrm>
            <a:off x="6313932" y="407822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契约语义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13932" y="427939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verify_contract_semantics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13932" y="448056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变异自检防空转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903970" y="4023360"/>
            <a:ext cx="264490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5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03970" y="4023360"/>
            <a:ext cx="54864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7" name="Text 65"/>
          <p:cNvSpPr/>
          <p:nvPr/>
        </p:nvSpPr>
        <p:spPr>
          <a:xfrm>
            <a:off x="9068562" y="4078224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068562" y="4279392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CI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068562" y="4480560"/>
            <a:ext cx="23705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push/PR → 全套校验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40080" y="4983480"/>
            <a:ext cx="10908792" cy="4572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1" name="Text 69"/>
          <p:cNvSpPr/>
          <p:nvPr/>
        </p:nvSpPr>
        <p:spPr>
          <a:xfrm>
            <a:off x="777240" y="498348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powershell -ExecutionPolicy Bypass -File build-force-play.ps1   # 产出 chaoxing-force-play.user.js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1371600"/>
            <a:ext cx="3657600" cy="3657600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NOTICE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51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合规与风险声明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本项目仅用于技术学习、个人自动化与学术研究目的，不鼓励任何形式的学术不端或违反平台服务条款的行为。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0428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使用本项目可能违反所适用教育平台的用户协议或服务条款，由此产生的账号封禁、成绩无效等风险由使用者自行承担。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7977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项目可能读取/缓存与学习账号相关的本地数据（如 cookies、课程进度），敏感文件已被 .gitignore 默认忽略，请勿提交或公开。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25526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代码中的 best-effort 选择器与 DOM 驱动依赖真实平台结构，可能随平台改版失效；请在受控环境测试。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10451592" cy="0"/>
          </a:xfrm>
          <a:prstGeom prst="line">
            <a:avLst/>
          </a:prstGeom>
          <a:noFill/>
          <a:ln w="9525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2090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2090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源模块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58998" y="4480560"/>
            <a:ext cx="2090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958998" y="4937760"/>
            <a:ext cx="2090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支持平台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9317" y="4480560"/>
            <a:ext cx="2090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49317" y="4937760"/>
            <a:ext cx="2090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仿真回归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9635" y="4480560"/>
            <a:ext cx="2090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0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39635" y="4937760"/>
            <a:ext cx="2090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契约符号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29954" y="4480560"/>
            <a:ext cx="2090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29954" y="4937760"/>
            <a:ext cx="2090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构建门禁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669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5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仅供技术学习与个人自动化研究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8680" y="5943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chaoxing-force-play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chaoxing-force-play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网课强制续播系统 · 项目介绍</dc:subject>
  <dc:creator>TraeDesign</dc:creator>
  <cp:lastModifiedBy>TraeDesign</cp:lastModifiedBy>
  <cp:revision>1</cp:revision>
  <dcterms:created xsi:type="dcterms:W3CDTF">2026-08-29T12:45:24Z</dcterms:created>
  <dcterms:modified xsi:type="dcterms:W3CDTF">2026-08-29T12:45:24Z</dcterms:modified>
</cp:coreProperties>
</file>